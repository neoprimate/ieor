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346" autoAdjust="0"/>
  </p:normalViewPr>
  <p:slideViewPr>
    <p:cSldViewPr snapToGrid="0" snapToObjects="1">
      <p:cViewPr varScale="1"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yros Lekkakos" userId="e1d88c9a-d0ee-45c1-895b-12067bdd63ac" providerId="ADAL" clId="{ECC947A9-089C-4688-958B-A078FFE79DCA}"/>
    <pc:docChg chg="undo custSel modSld">
      <pc:chgData name="Spyros Lekkakos" userId="e1d88c9a-d0ee-45c1-895b-12067bdd63ac" providerId="ADAL" clId="{ECC947A9-089C-4688-958B-A078FFE79DCA}" dt="2026-09-29T05:41:36.963" v="3" actId="20577"/>
      <pc:docMkLst>
        <pc:docMk/>
      </pc:docMkLst>
      <pc:sldChg chg="modSp mod modNotesTx">
        <pc:chgData name="Spyros Lekkakos" userId="e1d88c9a-d0ee-45c1-895b-12067bdd63ac" providerId="ADAL" clId="{ECC947A9-089C-4688-958B-A078FFE79DCA}" dt="2026-09-29T05:41:36.963" v="3" actId="20577"/>
        <pc:sldMkLst>
          <pc:docMk/>
          <pc:sldMk cId="0" sldId="256"/>
        </pc:sldMkLst>
        <pc:spChg chg="mod">
          <ac:chgData name="Spyros Lekkakos" userId="e1d88c9a-d0ee-45c1-895b-12067bdd63ac" providerId="ADAL" clId="{ECC947A9-089C-4688-958B-A078FFE79DCA}" dt="2026-09-29T05:41:36.963" v="3" actId="20577"/>
          <ac:spMkLst>
            <pc:docMk/>
            <pc:sldMk cId="0" sldId="256"/>
            <ac:spMk id="8" creationId="{00000000-0000-0000-0000-000000000000}"/>
          </ac:spMkLst>
        </pc:spChg>
      </pc:sldChg>
      <pc:sldChg chg="modNotesTx">
        <pc:chgData name="Spyros Lekkakos" userId="e1d88c9a-d0ee-45c1-895b-12067bdd63ac" providerId="ADAL" clId="{ECC947A9-089C-4688-958B-A078FFE79DCA}" dt="2026-09-29T05:41:16.955" v="1" actId="20577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12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Fashion Competitors: Business / Market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Inditex (Zara), H&amp;M, UNIQLO (Fast Retailing), Gap Inc.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indi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353866"/>
            <a:ext cx="1143000" cy="236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84832" y="1252728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Inditex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4672" y="1819656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11096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store + online model across 200+ markets; continuous store optimisation and e-commerce growth.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Customer-first “newness” engine: daily store feedback + sales data used to anticipate trends and adjust the offer quickly.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 pillars: product proposition, customer experience, sustainability, and people.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0440" y="1143000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095" y="1280160"/>
            <a:ext cx="581753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96632" y="1252728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H&amp;M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516472" y="1819656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16472" y="1911096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Mass-market fashion with a value promise on style, quality, price and sustainability.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Omnichannel focus: “elevated experience across all sales channels” to match local demand.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data to improve local relevance (assortment, pricing, allocation) and reduce overproduction.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13632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/mnt/data/uniq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774" y="4050792"/>
            <a:ext cx="384796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84832" y="4023360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UNIQLO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04672" y="4590288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4672" y="4681728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LifeWear positioning: functional, high-quality “everyday essentials” vs. trend-chasing fashion.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 model enables control from planning/design through retail; scales core items globally.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agenda: build a “digital consumer retail” model (Ariake Project) linking partners, warehouses and stores.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0440" y="3913632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/mnt/data/g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948" y="405079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96632" y="4023360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Gap Inc.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6516472" y="4590288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16472" y="4681728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strategy: value-led Old Navy plus Gap, Banana Republic and Athleta targeting distinct segments.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Omnichannel retailer with shared capabilities (BOPIS, ship-from-store) to unify store and digital journeys.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priorities: operational rigor, brand reinvigoration, and a stronger digital-first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Strategy: Supply Chain &amp; Execution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competitor turns design intent into inventory on the floor (and online)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indi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353866"/>
            <a:ext cx="1143000" cy="236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84832" y="1252728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Inditex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4672" y="1819656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11096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Highly integrated value chain (design → procurement/manufacturing → logistics → store/online sales).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 + short production series for flexibility and in-season response; significant procurement close to HQ.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Tech-enabled execution: RFID + integrated stock management (SINT) unifies inventory across stores and online.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0440" y="1143000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095" y="1280160"/>
            <a:ext cx="581753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96632" y="1252728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H&amp;M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516472" y="1819656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16472" y="1911096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Demand-driven supply chain designed to react quickly to trends and shifting customer demand.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production is outsourced; invests in logistics/automation and the flow of goods; speed, availability, cost efficiency and accuracy are key.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AI + data across the supply chain for better quantification, allocation and pricing (leaner production).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13632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/mnt/data/uniq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774" y="4050792"/>
            <a:ext cx="384796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84832" y="4023360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UNIQLO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04672" y="4590288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4672" y="4681728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 model: direct control of design/planning and tight orchestration of production, distribution and retail.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Outsources most production to long-term partner factories; production offices + “Takumi” teams support quality.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Large-lot core items with in-season production adjustments based on monitored sales to limit over/understock.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0440" y="3913632"/>
            <a:ext cx="5382616" cy="24414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/mnt/data/g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948" y="405079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96632" y="4023360"/>
            <a:ext cx="3590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Gap Inc.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6516472" y="4590288"/>
            <a:ext cx="48705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16472" y="4681728"/>
            <a:ext cx="4870552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products manufactured by independent third parties; execution depends on vendor capacity and compliance.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focus: optimize inventory, improve supply chain efficiency/responsiveness, and enable in-season response.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platform investments support omni-channel fulfillment (BOPIS, ship-from-store) and distribution centers.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483</Words>
  <Application>Microsoft Office PowerPoint</Application>
  <PresentationFormat>Widescreen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Spyros Lekkakos</cp:lastModifiedBy>
  <cp:revision>2</cp:revision>
  <dcterms:created xsi:type="dcterms:W3CDTF">2026-02-20T07:07:05Z</dcterms:created>
  <dcterms:modified xsi:type="dcterms:W3CDTF">2026-09-29T05:42:31Z</dcterms:modified>
</cp:coreProperties>
</file>